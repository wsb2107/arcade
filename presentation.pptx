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flipH="1" flipV="1">
            <a:off x="0" y="4500000"/>
            <a:ext cx="10080000" cy="11700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blurRad="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3300" strike="noStrike" u="none">
                <a:solidFill>
                  <a:srgbClr val="dd41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300" strike="noStrike" u="none">
              <a:solidFill>
                <a:srgbClr val="dd41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360000" y="2880000"/>
            <a:ext cx="936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4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1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ru-R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5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ru-R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5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ru-R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5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ru-R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5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1F8C9AAC-76FC-492E-88F1-A552F19AFAEA}" type="slidenum"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flipH="1" flipV="1">
            <a:off x="0" y="4500000"/>
            <a:ext cx="10080000" cy="117000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blurRad="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3300" strike="noStrike" u="none">
                <a:solidFill>
                  <a:srgbClr val="dd41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300" strike="noStrike" u="none">
              <a:solidFill>
                <a:srgbClr val="dd41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360000" y="2880000"/>
            <a:ext cx="9360000" cy="162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4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1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ru-R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5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ru-R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5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ru-R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5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ru-R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5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4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ftr" idx="5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6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C9347917-F325-4C9C-A334-F13D3520AF3D}" type="slidenum"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_Curv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>
            <a:off x="0" y="0"/>
            <a:ext cx="10076760" cy="7200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blurRad="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3240" y="5040000"/>
            <a:ext cx="10076760" cy="6314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dist="10800" dir="5400000" blurRad="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60000" cy="4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3300" strike="noStrike" u="none">
              <a:solidFill>
                <a:srgbClr val="eeeeee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360000" y="1080000"/>
            <a:ext cx="9360000" cy="360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24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1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18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ru-R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15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ru-R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15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ru-R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15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ru-R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1500" strike="noStrike" u="none">
              <a:solidFill>
                <a:srgbClr val="009bdd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7"/>
          </p:nvPr>
        </p:nvSpPr>
        <p:spPr>
          <a:xfrm>
            <a:off x="36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&lt;дата/время&gt;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8"/>
          </p:nvPr>
        </p:nvSpPr>
        <p:spPr>
          <a:xfrm>
            <a:off x="3420000" y="5220000"/>
            <a:ext cx="32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&lt;нижний колонтитул&gt;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9"/>
          </p:nvPr>
        </p:nvSpPr>
        <p:spPr>
          <a:xfrm>
            <a:off x="7380000" y="5220000"/>
            <a:ext cx="2340000" cy="3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9617D42D-CA80-4A6F-9B53-59943E9328B8}" type="slidenum">
              <a:rPr b="0" lang="ru-R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&lt;номер&gt;</a:t>
            </a:fld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60000" y="1620000"/>
            <a:ext cx="9000000" cy="108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ru-RU" sz="3600" strike="noStrike" u="none">
                <a:solidFill>
                  <a:srgbClr val="dd4100"/>
                </a:solidFill>
                <a:effectLst/>
                <a:uFillTx/>
                <a:latin typeface="Times New Roman"/>
              </a:rPr>
              <a:t>Проект «Dungeon Crushers»</a:t>
            </a:r>
            <a:br>
              <a:rPr sz="1000"/>
            </a:br>
            <a:endParaRPr b="0" lang="ru-RU" sz="3600" strike="noStrike" u="none">
              <a:solidFill>
                <a:srgbClr val="dd41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5580000" y="3586680"/>
            <a:ext cx="4860000" cy="1273320"/>
          </a:xfrm>
          <a:prstGeom prst="rect">
            <a:avLst/>
          </a:prstGeom>
          <a:noFill/>
          <a:ln w="18000">
            <a:noFill/>
          </a:ln>
        </p:spPr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ru-RU" sz="26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Авторы: Ермиличева Алёна         Оганян Тигран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LibreOffice/25.8.3.2$Windows_X86_64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2026-01-14T21:12:00Z</dcterms:created>
  <dc:creator/>
  <dc:description>This work is licensed under a Creative Commons 0 License.
It makes use of the works of kka_libo_design@ashisuto.co.jp.</dc:description>
  <dc:language>ru-RU</dc:language>
  <cp:lastModifiedBy/>
  <dcterms:modified xsi:type="dcterms:W3CDTF">2026-01-14T21:15:18Z</dcterms:modified>
  <cp:revision>2</cp:revision>
  <dc:subject/>
  <dc:title>Blue Curve</dc:title>
</cp:coreProperties>
</file>